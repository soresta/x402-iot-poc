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3A3B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93A3BD"/>
                </a:solidFill>
                <a:latin typeface="Arial"/>
              </a:rPr>
              <a:t>Research board scores (1–5)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(1–5)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6EC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Stablecoin settlement — regulatory</c:v>
                  </c:pt>
                  <c:pt idx="1">
                    <c:v>x402 protocol — security</c:v>
                  </c:pt>
                  <c:pt idx="2">
                    <c:v>Facilitators — security</c:v>
                  </c:pt>
                  <c:pt idx="3">
                    <c:v>Agent spending controls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6EC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6EC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demo page in a second window. Pre-flight: deploy current, buyer ledger moved aside, explorer tab open on a known-good transaction, fallback video queued.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this. Everything after is a consequence. Each of those machine visits reads something and costs something to serve; none can pay because there is no way for software to pay: no card, no account, no patience for a signup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buyer in the terminal next to the demo page. If the live run fails at any point on slides 3–6: cut to the fallback video, do not debug 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talk exists for. Hold the explorer page for a full two seconds on Status Success and the ERC-20 token transfer row. Expected question: why is From not the buyer? Because the buyer only signs; the facilitator submits and pays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refusal scripts only if time allows; otherwise narrate the table. The burst row is the one that failed until 2026-09-11: the KV rate limiter let 30 of 30 through. It now counts in a Durable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Who is paying panel on the live page. The external count is computed in code by excluding our own wallets, so /api/payers now reports external_payers: 1 — and the slide says who that one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will read as bad news. Say the numbers plainly and move to the next slide; defending them makes it worse. 382 purchases are the system buying from itself — they prove the machine runs, not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second box. It is the most credible thing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would have been found by the people who built it. That is the argument for putting it in front of strangers early — the same argument as the publish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Cost: roughly nine weeks of my time, $0 infrastructure, $0 paid acquisition, faucet tokens. No row is classified as assisted revenue on a hunch.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useful slide for anyone building on x402. Full list with failing outputs: docs/VERIFICATION.md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Scores cite a source or our own experiment, or they go down. Board: docs/research-board/AGENTIC-PAYMENTS-BOARD.md.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these are measured by infrastructure I built, in code that excludes our own wallets. I chose them because I cannot flatter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Picked over productizing the starter kit (easy to copy) and running the growth loop (its input is a decision I do not control). Written up in docs/week9/ROLE-PROPOSAL.md.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after the last line. Expected question — "why not fund a second wallet?" It would settle from a different address and still not be adoption; the KPI is wallets we do not own, and the exclusion is in config so the line cannot blur.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8415" y="41148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08415" y="411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— NO REAL VALUE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customers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that sells to software — built on x402, Cloudflare Workers and Base Sepolia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Akif Kadaraca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Machine-Payments Revenue Sprint · Demo Day · September 2026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github.com/Soresta/x402-iot-poc · v1.2.0 · MIT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USE-CASE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traffic is machines. None of it can pay.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21,000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visits — pragma.vision baseline sheet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visits per week — same sheet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7296912" cy="3383280"/>
          </a:xfrm>
          <a:prstGeom prst="roundRect">
            <a:avLst>
              <a:gd name="adj" fmla="val 324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9202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6888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 agent (a simulated IoT device) that sells one sensor reading for $0.001 and one AI inference for $0.002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agent that finds it, pays and consumes the data — with no account, no API key and no prior relationship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requests get HTTP 402 Payment Required with machine-readable terms; payment settles on-chain before anything is served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Simulated: the sensor. Real: discovery, authorization, settlement, receipts (testnet USDC)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figures are from the manager's metrics sheet, not an industry statistic.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RUN · 1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54135" y="274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54135" y="274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the buyer has never seen this seller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card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/.well-known/agent-card.json — two products, two prices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5848" y="182880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20574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844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signature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3474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over the canonical card, checked against a pinned public key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0574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its own mandate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474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spending limit: max per call, rolling 24 h cap, expiry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70264" y="182880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8864" y="20574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988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it can afford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3474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Counter-offers below list price get a machine-readable "no"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screen: </a:t>
            </a:r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buyer/agent.mjs → no "Agent Card NOT verified" warning, because the key is pinned.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RUN · 2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54135" y="274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54135" y="274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402, sign, retry, settled on-chain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270248" cy="4069080"/>
          </a:xfrm>
          <a:prstGeom prst="roundRect">
            <a:avLst>
              <a:gd name="adj" fmla="val 2697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pic>
        <p:nvPicPr>
          <p:cNvPr id="8" name="Image 0" descr="C:\Users\akifk\x402-iot-poc\docs\evidence\2026-09-14-agent-signed-card-ctr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995928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47488" y="1691640"/>
            <a:ext cx="6592824" cy="3246120"/>
          </a:xfrm>
          <a:prstGeom prst="roundRect">
            <a:avLst>
              <a:gd name="adj" fmla="val 3380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pic>
        <p:nvPicPr>
          <p:cNvPr id="10" name="Image 1" descr="C:\Users\akifk\x402-iot-poc\docs\evidence\2026-09-14-basescan-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828800"/>
            <a:ext cx="6318504" cy="28072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47488" y="5074920"/>
            <a:ext cx="659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 No API key. No human approved this.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047488" y="5486400"/>
            <a:ext cx="659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Basescan: Success · 0.001 USDC buyer → seller. The transaction "From" is the facilitator's relayer, which pays the gas (EIP-3009).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RUN · 3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54135" y="274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54135" y="274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system is defined by what it refuses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8686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the same payment proof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payment_already_used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payment_amount_invalid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mandate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mandate_expired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else's mandate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identity_mismatch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requests at once, quota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exactly 10 pass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737360"/>
            <a:ext cx="3776472" cy="35204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cheapest first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092440" y="2560320"/>
            <a:ext cx="640080" cy="6400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092440" y="3429000"/>
            <a:ext cx="640080" cy="6400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allowed?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429768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money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check — the facilitator — runs last.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RUN · 4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54135" y="274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54135" y="274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agent pays — someone else's wallet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 min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quickstart: no wallet → settled payment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their own seller, both products bought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paying — live demo page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0xc078…3b25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89720" y="23134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3134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0x936f…8945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89720" y="27706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A3A5E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2770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1091672" cy="2103120"/>
          </a:xfrm>
          <a:prstGeom prst="roundRect">
            <a:avLst>
              <a:gd name="adj" fmla="val 5217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5196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belongs to a first-time tester I recruited, not a customer who found us. Organic external payers: 0.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a stranger can pay from the docs alone. It does not prove anyone wants to.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hit four documentation defects on the way (login, subdomain, a script ignoring SELLER_URL, wallet setup). All four were fixed the same day.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NUMBERS ·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funnel: built, instrumented, and almost empty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by our buyer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9202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432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USDC settled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202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wallet — a recruited tester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19202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7432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external payers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490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 — ten drafted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35661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37490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45720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subscribers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7490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5720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52560" y="3566160"/>
            <a:ext cx="2587752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81160" y="374904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457200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acquisition cost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2026-09-14. Purchases from the buyer ledger; payers from /api/payers, which excludes our own wallets in code.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NUMBERS ·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top of the funnel is zero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928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posts for channel #1 requested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arrived — channel never went live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80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9900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decision requested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— nothing posted since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77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087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assets written and ready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threads, Show HN, tutorial, deck, outreach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52360" y="1783080"/>
            <a:ext cx="4187952" cy="3108960"/>
          </a:xfrm>
          <a:prstGeom prst="roundRect">
            <a:avLst>
              <a:gd name="adj" fmla="val 3529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is mine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5146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treated distribution as something that starts once the build is ready — and kept making the build readier.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REV lane survives first; say it Monday, not Friday." I reported the blocker weekly instead of escalating it once, hard, in Week 3.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GTM and REV metric is zero by construction, not by underperformance.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NUMBERS ·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what first-time users actually hit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99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stopped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the same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Base Sepolia and finding the private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MetaMask guide; keys accepted with or without 0x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Quickstart step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ignored SELLER_URL → ECONNREFUSED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 to SELLER_URL and says which setting is wrong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step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wrangler dev needs a Cloudflare login (AI runs remotely)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step documented; npm run dev:local for no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step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accounts need a workers.dev subdomain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in step 5 and gotcha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test, a person who had never seen the page: </a:t>
            </a:r>
            <a:pPr indent="0" marL="0">
              <a:buNone/>
            </a:pPr>
            <a:r>
              <a:rPr lang="en-US" sz="15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make a payment in exchange for data read from a sensor."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transaction, wrong payer — they missed that no human pays. The page now opens with "No human is paying here."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MEMO ·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revenue. Reusable assets. Both are real.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free tier throughout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703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 revenue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8302752" cy="3429000"/>
          </a:xfrm>
          <a:prstGeom prst="roundRect">
            <a:avLst>
              <a:gd name="adj" fmla="val 32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02996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920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signed, tagged v1.2.0, MIT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11880" y="2551176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4414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tests; 11 of 11 known defects caught when reintroduced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11880" y="307238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9626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Real-value readiness memo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 for counsel — shortens a future legal review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3593592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34838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Agentic-payments research board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technologies, 20 dated and sourced signals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11880" y="411480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4005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publishable assets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(clean-run tested), 3 posts, threads, Show HN, decks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11880" y="463600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526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pack  </a:t>
            </a:r>
            <a:pPr indent="0" marL="0"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executed; the manager can run it without me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rather you see both numbers than have one dressed as the other.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MEMO ·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stack, wrong looks like working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and documented, each with its failing output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defects the suite catches when put back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737360"/>
            <a:ext cx="8119872" cy="3429000"/>
          </a:xfrm>
          <a:prstGeom prst="roundRect">
            <a:avLst>
              <a:gd name="adj" fmla="val 3200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920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one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42316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week the seller read the payment proof from the wrong header. Payments settled perfectly — while replay protection and rate limiting never ran.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replay test passed the whole time: the rejection came from the chain, not from the protection being tested. Right answer, wrong reason.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a rate limiter that passed every sequential test let 30 of 30 concurrent requests through; failed settlements were counted as sales.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of the twenty raised an error. They were found by checking numbers against an independent source — the chain, a burst, a stranger.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mutation script once crashed mid-run and left the header bug in the tree. The suite caught it in ninety seconds; manual testing had missed it for a week.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MEMO ·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 next quarter? Not yet — security, not regulation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91640"/>
            <a:ext cx="4233672" cy="3840480"/>
          </a:xfrm>
          <a:prstGeom prst="roundRect">
            <a:avLst>
              <a:gd name="adj" fmla="val 2857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874520"/>
            <a:ext cx="3794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2026 papers document replay, wallet-drain and prompt-injection attacks on x402 implementations.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USENIX Security 2026 study tested 15 facilitators, Coinbase's included: every one violated at least one security rule.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Act is law and MiCA is enforcing — regulation is no longer the blocker people assume.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controls score lowest; all three findings behind that row came from this repo.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memo recommendation: obtain a counsel opinion; move no real value.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 PROPOSAL ·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I would sign up for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5239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paying wallets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/api/payers — excludes our wallets in 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/api/subscribers/count — consent-first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backlinks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listings plus organic references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readiness briefings held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outreach messages at a ≥ 3-reply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Real-value pilot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 opinion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3A3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value moved — deliberately not "mainnet live"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on the publish decision. </a:t>
            </a:r>
            <a:pPr indent="0" marL="0"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none of these are reachable, and I will not sign up for a number I cannot influence. No revenue target: I do not control pricing or checkout.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 PROPOSAL ·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role: own the agentic-payments research vertical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board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31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quarterly against dated, sourced signals; add technologies as they appear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0488" y="169164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202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briefings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331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readiness briefing per sector; "not yet for you" counts as a success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PoC current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evidence: a live reference implementation every claim can be checked against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0488" y="329184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5204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findings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becomes a board entry and a post — twenty so far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Publish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07492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355848" y="50749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55848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Sign-offs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870448" y="507492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63056" y="50749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056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Counsel review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77656" y="507492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970264" y="50749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D2A47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70264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Then a paid micro-test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7145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202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  </a:t>
            </a:r>
            <a:pPr indent="0" marL="0">
              <a:buNone/>
            </a:pPr>
            <a:r>
              <a:rPr lang="en-US" sz="16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written and review-ready. Days, not weeks.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6499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089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what is waiting   </a:t>
            </a:r>
            <a:pPr indent="0" marL="0">
              <a:buNone/>
            </a:pPr>
            <a:r>
              <a:rPr lang="en-US" sz="16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One-pager, posts, funnel map, the readiness walkthrough — and whether the 24 h run, which reached 8 h 50 m, is accepted as partial.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2976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  </a:t>
            </a:r>
            <a:pPr indent="0" marL="0">
              <a:buNone/>
            </a:pPr>
            <a:r>
              <a:rPr lang="en-US" sz="16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agentic-payments research vertical, with the targets on slide 13.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works, and a stranger can pay it in fifteen minutes.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been shown the door yet.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customers — Demo Day</dc:title>
  <dc:subject>PptxGenJS Presentation</dc:subject>
  <dc:creator>Akif Kadaraca</dc:creator>
  <cp:lastModifiedBy>Akif Kadaraca</cp:lastModifiedBy>
  <cp:revision>1</cp:revision>
  <dcterms:created xsi:type="dcterms:W3CDTF">2026-09-14T18:47:18Z</dcterms:created>
  <dcterms:modified xsi:type="dcterms:W3CDTF">2026-09-14T18:47:18Z</dcterms:modified>
</cp:coreProperties>
</file>